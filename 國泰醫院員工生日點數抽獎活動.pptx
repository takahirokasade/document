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3" d="100"/>
          <a:sy n="113" d="100"/>
        </p:scale>
        <p:origin x="-396" y="-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F80-9714-4268-B106-E3167C4B9A86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4B5B-358B-4FA4-AB3E-F5F36D3577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28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F80-9714-4268-B106-E3167C4B9A86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4B5B-358B-4FA4-AB3E-F5F36D3577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166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F80-9714-4268-B106-E3167C4B9A86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4B5B-358B-4FA4-AB3E-F5F36D3577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054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F80-9714-4268-B106-E3167C4B9A86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4B5B-358B-4FA4-AB3E-F5F36D3577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32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F80-9714-4268-B106-E3167C4B9A86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4B5B-358B-4FA4-AB3E-F5F36D3577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742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F80-9714-4268-B106-E3167C4B9A86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4B5B-358B-4FA4-AB3E-F5F36D3577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8775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F80-9714-4268-B106-E3167C4B9A86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4B5B-358B-4FA4-AB3E-F5F36D3577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301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F80-9714-4268-B106-E3167C4B9A86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4B5B-358B-4FA4-AB3E-F5F36D3577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7400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F80-9714-4268-B106-E3167C4B9A86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4B5B-358B-4FA4-AB3E-F5F36D3577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17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F80-9714-4268-B106-E3167C4B9A86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4B5B-358B-4FA4-AB3E-F5F36D3577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3545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2F80-9714-4268-B106-E3167C4B9A86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84B5B-358B-4FA4-AB3E-F5F36D3577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694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A2F80-9714-4268-B106-E3167C4B9A86}" type="datetimeFigureOut">
              <a:rPr lang="zh-TW" altLang="en-US" smtClean="0"/>
              <a:t>2022/8/10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84B5B-358B-4FA4-AB3E-F5F36D3577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530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349868" y="1099772"/>
            <a:ext cx="11642839" cy="4351338"/>
          </a:xfrm>
        </p:spPr>
        <p:txBody>
          <a:bodyPr>
            <a:normAutofit/>
          </a:bodyPr>
          <a:lstStyle/>
          <a:p>
            <a:pPr marL="514350" indent="-3600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TW" altLang="en-US" dirty="0" smtClean="0"/>
              <a:t>主辦單位：職工福利委員會</a:t>
            </a:r>
          </a:p>
          <a:p>
            <a:pPr marL="514350" indent="-3600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TW" altLang="en-US" dirty="0" smtClean="0"/>
              <a:t>活動對象：生日前一個月有繳納福利金之員工，當月新進員工不另補</a:t>
            </a:r>
          </a:p>
          <a:p>
            <a:pPr marL="514350" indent="-3600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TW" altLang="en-US" dirty="0" smtClean="0"/>
              <a:t>活動期間：</a:t>
            </a:r>
            <a:r>
              <a:rPr lang="en-US" altLang="zh-TW" dirty="0" smtClean="0"/>
              <a:t>111</a:t>
            </a:r>
            <a:r>
              <a:rPr lang="zh-TW" altLang="en-US" dirty="0" smtClean="0"/>
              <a:t>年</a:t>
            </a:r>
            <a:r>
              <a:rPr lang="en-US" altLang="zh-TW" dirty="0" smtClean="0"/>
              <a:t>9</a:t>
            </a:r>
            <a:r>
              <a:rPr lang="zh-TW" altLang="en-US" dirty="0" smtClean="0"/>
              <a:t>月</a:t>
            </a:r>
            <a:r>
              <a:rPr lang="en-US" altLang="zh-TW" dirty="0" smtClean="0"/>
              <a:t>~112</a:t>
            </a:r>
            <a:r>
              <a:rPr lang="zh-TW" altLang="en-US" dirty="0" smtClean="0"/>
              <a:t>年</a:t>
            </a:r>
            <a:r>
              <a:rPr lang="en-US" altLang="zh-TW" dirty="0" smtClean="0"/>
              <a:t>8</a:t>
            </a:r>
            <a:r>
              <a:rPr lang="zh-TW" altLang="en-US" dirty="0" smtClean="0"/>
              <a:t>月</a:t>
            </a:r>
            <a:r>
              <a:rPr lang="en-US" altLang="zh-TW" dirty="0" smtClean="0"/>
              <a:t>(</a:t>
            </a:r>
            <a:r>
              <a:rPr lang="zh-TW" altLang="en-US" dirty="0" smtClean="0"/>
              <a:t>得自動延長之</a:t>
            </a:r>
            <a:r>
              <a:rPr lang="en-US" altLang="zh-TW" dirty="0" smtClean="0"/>
              <a:t>)</a:t>
            </a:r>
            <a:endParaRPr lang="zh-TW" altLang="en-US" dirty="0" smtClean="0"/>
          </a:p>
          <a:p>
            <a:pPr marL="514350" indent="-3600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TW" altLang="en-US" dirty="0" smtClean="0"/>
              <a:t>抽獎方式：當月壽星至內網「員工資料維護系統</a:t>
            </a:r>
            <a:r>
              <a:rPr lang="zh-TW" altLang="en-US" dirty="0"/>
              <a:t>」</a:t>
            </a:r>
            <a:r>
              <a:rPr lang="en-US" altLang="zh-TW" dirty="0" smtClean="0">
                <a:sym typeface="Wingdings" panose="05000000000000000000" pitchFamily="2" charset="2"/>
              </a:rPr>
              <a:t></a:t>
            </a:r>
            <a:r>
              <a:rPr lang="zh-TW" altLang="en-US" dirty="0" smtClean="0">
                <a:sym typeface="Wingdings" panose="05000000000000000000" pitchFamily="2" charset="2"/>
              </a:rPr>
              <a:t>「</a:t>
            </a:r>
            <a:r>
              <a:rPr lang="zh-TW" altLang="en-US" dirty="0">
                <a:sym typeface="Wingdings" panose="05000000000000000000" pitchFamily="2" charset="2"/>
              </a:rPr>
              <a:t>生日抽獎</a:t>
            </a:r>
            <a:r>
              <a:rPr lang="zh-TW" altLang="en-US" dirty="0" smtClean="0">
                <a:sym typeface="Wingdings" panose="05000000000000000000" pitchFamily="2" charset="2"/>
              </a:rPr>
              <a:t>」參加，隨機抽獎，每人限抽一次，月底未抽獎者直接給予最小獎</a:t>
            </a:r>
            <a:endParaRPr lang="zh-TW" altLang="en-US" dirty="0" smtClean="0"/>
          </a:p>
          <a:p>
            <a:pPr marL="514350" indent="-3600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TW" altLang="en-US" dirty="0" smtClean="0"/>
              <a:t>獎項發放：獎項為小樹點，於抽獎隔月匯入中獎者帳戶中</a:t>
            </a:r>
          </a:p>
          <a:p>
            <a:pPr marL="514350" indent="-3600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TW" altLang="en-US" dirty="0" smtClean="0"/>
              <a:t>職工福利委員會視情況保有取消、終止、修改或暫停本活動相關內容之權利，並以公告方式通知</a:t>
            </a:r>
          </a:p>
          <a:p>
            <a:pPr marL="0" indent="-360000">
              <a:lnSpc>
                <a:spcPct val="100000"/>
              </a:lnSpc>
              <a:spcBef>
                <a:spcPts val="1200"/>
              </a:spcBef>
              <a:buNone/>
            </a:pPr>
            <a:endParaRPr lang="zh-TW" altLang="en-US" dirty="0"/>
          </a:p>
        </p:txBody>
      </p:sp>
      <p:sp>
        <p:nvSpPr>
          <p:cNvPr id="6" name="標題 3"/>
          <p:cNvSpPr txBox="1">
            <a:spLocks/>
          </p:cNvSpPr>
          <p:nvPr/>
        </p:nvSpPr>
        <p:spPr>
          <a:xfrm>
            <a:off x="349869" y="-703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b="1" dirty="0" smtClean="0"/>
              <a:t>員工</a:t>
            </a:r>
            <a:r>
              <a:rPr lang="zh-TW" altLang="en-US" sz="3600" b="1" dirty="0" smtClean="0"/>
              <a:t>生日點數抽獎</a:t>
            </a:r>
            <a:r>
              <a:rPr lang="zh-TW" altLang="en-US" sz="3600" b="1" dirty="0"/>
              <a:t>活動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99" t="30933" r="16207" b="31067"/>
          <a:stretch/>
        </p:blipFill>
        <p:spPr>
          <a:xfrm>
            <a:off x="7461504" y="4880634"/>
            <a:ext cx="3730752" cy="206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053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軟正黑體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128</Words>
  <Application>Microsoft Office PowerPoint</Application>
  <PresentationFormat>自訂</PresentationFormat>
  <Paragraphs>7</Paragraphs>
  <Slides>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員工生日抽獎辦法</dc:title>
  <dc:creator>魏子惟</dc:creator>
  <cp:lastModifiedBy>Administrator</cp:lastModifiedBy>
  <cp:revision>13</cp:revision>
  <dcterms:created xsi:type="dcterms:W3CDTF">2022-08-10T03:04:42Z</dcterms:created>
  <dcterms:modified xsi:type="dcterms:W3CDTF">2022-08-10T10:01:57Z</dcterms:modified>
</cp:coreProperties>
</file>